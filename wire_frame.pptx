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ib" id="{EAECCB50-9265-43EC-8D76-BF9D81CA76CA}">
          <p14:sldIdLst>
            <p14:sldId id="256"/>
            <p14:sldId id="259"/>
          </p14:sldIdLst>
        </p14:section>
        <p14:section name="Customer Home Page" id="{605710C0-1823-4570-B54B-7667410E1516}">
          <p14:sldIdLst>
            <p14:sldId id="257"/>
            <p14:sldId id="258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7C91-F26D-9F16-E17F-AABD34E65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345D9-A7E8-CFBA-B640-B1A78B271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BF031-49C2-EAD0-0F54-C2B312A7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E403-222E-CBF7-7A48-D1797452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1D437-222A-7711-C533-02685910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605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1019-CCAB-CB8D-5A58-6EDB0601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0E44E-3567-981D-96FF-EB4DCFD43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1E2D-CC8B-7909-E180-D3873E16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42ECC-4AB5-E3C3-8F2A-11115B8C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5442D-D8F0-97B2-96E4-8F104473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96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BB0C-1209-B173-89FF-2E2A9034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C624-A7C4-4F4A-6FF0-AFFE82032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E080-710F-6E33-3FB0-29782B49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50E4-F6E2-F7CB-E227-2D0AFE5A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D8AE8-67A7-0777-0A63-072D70C7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570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0BA5-5309-8F0E-985D-4279B516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33C9F-1818-D93E-F5D1-67007E186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B7209-4FF9-2B70-661D-0A45C3AC5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724D-BDB0-D5B1-465A-4F312337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2F03A-779A-B730-1D77-44CB8DC2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086D5-8F41-94D1-46E6-11C1739E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057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6328-6DD2-2AAA-9785-782F0F0A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C6BE8-6856-7F64-9353-BAF4DD633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A3B1B-45A5-3E84-008E-C368ADA6B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65306-FF23-B073-B516-E449DB0E9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C1CC9-A353-81B9-5B0C-87B459F0E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37EC8-A411-A3B1-E992-EBEF385A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AECE0-D77B-0F57-E013-353A45E8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48684-0542-7E3C-4466-9ECD1AF6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658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7448-C1BA-FECB-6154-32B97493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415FC-5D0F-DC61-7D3A-DCBB4FED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970DA-CB28-EEA2-B005-B23EB00F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664F3-6AEB-AB87-2B14-0340B7F8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42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F6A70-3503-6F37-C6B3-95629C22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34E17-5B1C-9739-0114-F041F6C8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12B3-E950-4186-CFE9-72B87AFA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5065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64F7-F631-816B-8619-E41CE571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2A3A-A61F-9F2B-E718-99C5B9DC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8689D-830B-5263-422A-EEE8D8035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947B3-BB0E-265E-A900-8B0F8EB1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A0E10-A7D0-EB8C-B7DA-113A74D0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D72AC-F795-9E09-502A-C2CC0749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186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6FB3-6AA1-E318-32B5-B275A2EC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4FD24-F208-BE60-3D07-9AD5E647B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05151-4C2D-7DFB-D32E-E0886B3DD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6D84F-1362-10A6-E678-5A57DBF4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207C2-7925-F4B5-E850-D1B88FFC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D5A31-9FEC-7CF0-8CA3-D5F48923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366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8288-E923-A4A9-755E-4C5F8898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2D38B-D565-CD3F-A29E-B377FC44F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9EEC2-18D9-C631-7B7E-C7588E72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F4E10-52E7-533F-89CA-FD6880E3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9EAB-0BF6-811C-F449-9ADFABED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310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2F1F2-7996-F34D-7755-95E4E5A36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7F851-9C67-CB06-E40C-D6384E5A0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40B8-3D85-6460-23F0-4BD0DD69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217C4-D194-E2EA-4F1B-AF1450E5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8AEF7-25DE-7D2A-A0F7-505BF021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99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70B18-650B-FDDF-C6F2-7F54C025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D8B55-2E15-C02E-033B-29BB6904B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F158E-A809-0198-CA77-AEAF9E93B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4DDA9-6947-492B-835F-FF417177BBF0}" type="datetimeFigureOut">
              <a:rPr lang="en-SG" smtClean="0"/>
              <a:t>17/6/2026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B59-B927-59E8-E1E6-AA86163DD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88777-8189-09A2-8470-79F6E861B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74E15-180A-41E2-A9C1-01D414E9B8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952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F57750-392E-6AC8-6B13-A2FECB5D5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5175" y="206187"/>
            <a:ext cx="4455459" cy="6517341"/>
          </a:xfrm>
        </p:spPr>
        <p:txBody>
          <a:bodyPr/>
          <a:lstStyle/>
          <a:p>
            <a:r>
              <a:rPr lang="en-SG" dirty="0"/>
              <a:t>Welcome to xxx</a:t>
            </a:r>
            <a:br>
              <a:rPr lang="en-SG" dirty="0"/>
            </a:br>
            <a:br>
              <a:rPr lang="en-SG" dirty="0"/>
            </a:br>
            <a:br>
              <a:rPr lang="en-SG" dirty="0"/>
            </a:br>
            <a:br>
              <a:rPr lang="en-SG" dirty="0"/>
            </a:br>
            <a:br>
              <a:rPr lang="en-SG" dirty="0"/>
            </a:br>
            <a:br>
              <a:rPr lang="en-SG" dirty="0"/>
            </a:br>
            <a:br>
              <a:rPr lang="en-SG" dirty="0"/>
            </a:br>
            <a:r>
              <a:rPr lang="en-SG" dirty="0"/>
              <a:t>User Name:</a:t>
            </a:r>
            <a:br>
              <a:rPr lang="en-SG" dirty="0"/>
            </a:br>
            <a:r>
              <a:rPr lang="en-SG" dirty="0"/>
              <a:t>Password:</a:t>
            </a:r>
            <a:br>
              <a:rPr lang="en-SG" dirty="0"/>
            </a:br>
            <a:endParaRPr lang="en-SG" dirty="0"/>
          </a:p>
          <a:p>
            <a:r>
              <a:rPr lang="en-SG" dirty="0"/>
              <a:t>Forgot password? </a:t>
            </a:r>
            <a:r>
              <a:rPr lang="en-SG" dirty="0">
                <a:hlinkClick r:id="rId2" action="ppaction://hlinksldjump"/>
              </a:rPr>
              <a:t>Click here to reset</a:t>
            </a:r>
            <a:br>
              <a:rPr lang="en-SG" dirty="0"/>
            </a:br>
            <a:r>
              <a:rPr lang="en-SG" dirty="0"/>
              <a:t>New user? </a:t>
            </a:r>
            <a:r>
              <a:rPr lang="en-SG" dirty="0">
                <a:hlinkClick r:id="rId3" action="ppaction://hlinksldjump"/>
              </a:rPr>
              <a:t>Click here to signup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C5FF3-9DD9-99C3-D9DA-A8D74B8F8759}"/>
              </a:ext>
            </a:extLst>
          </p:cNvPr>
          <p:cNvSpPr/>
          <p:nvPr/>
        </p:nvSpPr>
        <p:spPr>
          <a:xfrm>
            <a:off x="546847" y="313765"/>
            <a:ext cx="6454588" cy="6266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219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108CE-31D9-E00A-DA70-473D50E6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219B588-F9A9-DDC1-0C44-7C9CD7EC0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60862"/>
            <a:ext cx="9144000" cy="1991938"/>
          </a:xfrm>
        </p:spPr>
        <p:txBody>
          <a:bodyPr>
            <a:normAutofit fontScale="62500" lnSpcReduction="20000"/>
          </a:bodyPr>
          <a:lstStyle/>
          <a:p>
            <a:r>
              <a:rPr lang="en-SG" dirty="0"/>
              <a:t>Enter Email</a:t>
            </a:r>
            <a:br>
              <a:rPr lang="en-SG" dirty="0"/>
            </a:br>
            <a:r>
              <a:rPr lang="en-SG" dirty="0"/>
              <a:t>Enter User Name</a:t>
            </a:r>
          </a:p>
          <a:p>
            <a:r>
              <a:rPr lang="en-SG" dirty="0"/>
              <a:t>Enter password</a:t>
            </a:r>
          </a:p>
          <a:p>
            <a:r>
              <a:rPr lang="en-SG" dirty="0"/>
              <a:t>Confirm Password</a:t>
            </a:r>
          </a:p>
          <a:p>
            <a:r>
              <a:rPr lang="en-SG" dirty="0"/>
              <a:t>Account Type:</a:t>
            </a:r>
          </a:p>
          <a:p>
            <a:endParaRPr lang="en-SG" dirty="0"/>
          </a:p>
          <a:p>
            <a:r>
              <a:rPr lang="en-SG" dirty="0"/>
              <a:t>Email OTP /Captcha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70B70B-4A4E-F1AB-9E53-2BBCB51B5B80}"/>
              </a:ext>
            </a:extLst>
          </p:cNvPr>
          <p:cNvSpPr/>
          <p:nvPr/>
        </p:nvSpPr>
        <p:spPr>
          <a:xfrm>
            <a:off x="2510118" y="3769659"/>
            <a:ext cx="3352800" cy="12550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598E4-C1DF-C01C-EA87-A0DC10920BC2}"/>
              </a:ext>
            </a:extLst>
          </p:cNvPr>
          <p:cNvSpPr/>
          <p:nvPr/>
        </p:nvSpPr>
        <p:spPr>
          <a:xfrm>
            <a:off x="6096000" y="3769659"/>
            <a:ext cx="3352800" cy="12550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Sign up</a:t>
            </a:r>
          </a:p>
        </p:txBody>
      </p:sp>
    </p:spTree>
    <p:extLst>
      <p:ext uri="{BB962C8B-B14F-4D97-AF65-F5344CB8AC3E}">
        <p14:creationId xmlns:p14="http://schemas.microsoft.com/office/powerpoint/2010/main" val="412655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F2A5-E1C0-8A51-D54A-803DF689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C0067C-E063-DF40-A928-DD7E349BF722}"/>
              </a:ext>
            </a:extLst>
          </p:cNvPr>
          <p:cNvSpPr/>
          <p:nvPr/>
        </p:nvSpPr>
        <p:spPr>
          <a:xfrm>
            <a:off x="439272" y="1428096"/>
            <a:ext cx="11698940" cy="40610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6B9CD-B9A3-9998-09D5-E119A55ACCE5}"/>
              </a:ext>
            </a:extLst>
          </p:cNvPr>
          <p:cNvSpPr/>
          <p:nvPr/>
        </p:nvSpPr>
        <p:spPr>
          <a:xfrm>
            <a:off x="8713694" y="19703"/>
            <a:ext cx="3424518" cy="643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User profile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C9D65-2326-592C-805D-595540CFB9EE}"/>
              </a:ext>
            </a:extLst>
          </p:cNvPr>
          <p:cNvSpPr/>
          <p:nvPr/>
        </p:nvSpPr>
        <p:spPr>
          <a:xfrm>
            <a:off x="860613" y="1618971"/>
            <a:ext cx="2850776" cy="1490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Popular Food Place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8288E-D592-F989-1167-66DC0DB50926}"/>
              </a:ext>
            </a:extLst>
          </p:cNvPr>
          <p:cNvSpPr/>
          <p:nvPr/>
        </p:nvSpPr>
        <p:spPr>
          <a:xfrm>
            <a:off x="4303060" y="1618971"/>
            <a:ext cx="2537012" cy="1490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Popular Food Place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4E1CE-8894-1048-1553-77FAAE7D306F}"/>
              </a:ext>
            </a:extLst>
          </p:cNvPr>
          <p:cNvSpPr/>
          <p:nvPr/>
        </p:nvSpPr>
        <p:spPr>
          <a:xfrm>
            <a:off x="878540" y="3429000"/>
            <a:ext cx="2895599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Recommended Food Place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ED3C4B-2086-4587-2F96-A9DF8EEDE47E}"/>
              </a:ext>
            </a:extLst>
          </p:cNvPr>
          <p:cNvSpPr/>
          <p:nvPr/>
        </p:nvSpPr>
        <p:spPr>
          <a:xfrm rot="5400000">
            <a:off x="5517777" y="183776"/>
            <a:ext cx="1156447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6AF62-AADB-4118-473E-3A879A80DEC7}"/>
              </a:ext>
            </a:extLst>
          </p:cNvPr>
          <p:cNvSpPr/>
          <p:nvPr/>
        </p:nvSpPr>
        <p:spPr>
          <a:xfrm>
            <a:off x="17929" y="19703"/>
            <a:ext cx="2456330" cy="740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Logo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45DDF9-D54C-326E-6FB8-93C79DAB0ACA}"/>
              </a:ext>
            </a:extLst>
          </p:cNvPr>
          <p:cNvSpPr/>
          <p:nvPr/>
        </p:nvSpPr>
        <p:spPr>
          <a:xfrm>
            <a:off x="2752165" y="827458"/>
            <a:ext cx="5459506" cy="343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Search bar with filters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7AD5AF-94E9-6F0F-15E2-ACCFD2804B15}"/>
              </a:ext>
            </a:extLst>
          </p:cNvPr>
          <p:cNvSpPr/>
          <p:nvPr/>
        </p:nvSpPr>
        <p:spPr>
          <a:xfrm>
            <a:off x="9439835" y="872283"/>
            <a:ext cx="2537012" cy="343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CheckOut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843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E60B-8393-6EFC-3FF6-AC107BC3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49564BB-B245-6A6D-80C4-1F9BC5804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5EA63F-7926-CD61-CCBB-86A24B1E1691}"/>
              </a:ext>
            </a:extLst>
          </p:cNvPr>
          <p:cNvSpPr/>
          <p:nvPr/>
        </p:nvSpPr>
        <p:spPr>
          <a:xfrm>
            <a:off x="439272" y="876766"/>
            <a:ext cx="11421034" cy="461234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E3C1A9-0B06-1F77-EA48-D147BC208AA2}"/>
              </a:ext>
            </a:extLst>
          </p:cNvPr>
          <p:cNvSpPr/>
          <p:nvPr/>
        </p:nvSpPr>
        <p:spPr>
          <a:xfrm>
            <a:off x="8713694" y="19703"/>
            <a:ext cx="3424518" cy="643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User profile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2BD53-3E72-1622-0B7D-1A62F948E7AB}"/>
              </a:ext>
            </a:extLst>
          </p:cNvPr>
          <p:cNvSpPr/>
          <p:nvPr/>
        </p:nvSpPr>
        <p:spPr>
          <a:xfrm>
            <a:off x="779929" y="1118815"/>
            <a:ext cx="2850776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Popular Food Place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4584D-19BB-4CDA-A0E9-970FAD060F6B}"/>
              </a:ext>
            </a:extLst>
          </p:cNvPr>
          <p:cNvSpPr/>
          <p:nvPr/>
        </p:nvSpPr>
        <p:spPr>
          <a:xfrm>
            <a:off x="779928" y="3127797"/>
            <a:ext cx="2850775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Popular Food Place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9AAAE-89AF-4DAD-FB53-2E2071EDD837}"/>
              </a:ext>
            </a:extLst>
          </p:cNvPr>
          <p:cNvSpPr/>
          <p:nvPr/>
        </p:nvSpPr>
        <p:spPr>
          <a:xfrm rot="5400000">
            <a:off x="5517777" y="183776"/>
            <a:ext cx="1156447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CC114-239F-1CEF-0C18-886D25ED423D}"/>
              </a:ext>
            </a:extLst>
          </p:cNvPr>
          <p:cNvSpPr/>
          <p:nvPr/>
        </p:nvSpPr>
        <p:spPr>
          <a:xfrm>
            <a:off x="17929" y="19703"/>
            <a:ext cx="2456330" cy="740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Logo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A94619-420B-4D21-2FCA-95E2021F59DB}"/>
              </a:ext>
            </a:extLst>
          </p:cNvPr>
          <p:cNvSpPr/>
          <p:nvPr/>
        </p:nvSpPr>
        <p:spPr>
          <a:xfrm>
            <a:off x="2743200" y="107576"/>
            <a:ext cx="5459506" cy="343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Search Result: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D6D4A-34B3-F965-9CCB-A7BB7634ECBD}"/>
              </a:ext>
            </a:extLst>
          </p:cNvPr>
          <p:cNvSpPr/>
          <p:nvPr/>
        </p:nvSpPr>
        <p:spPr>
          <a:xfrm>
            <a:off x="3886200" y="1118815"/>
            <a:ext cx="1053353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Tags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003F4-1B08-6485-DB59-A1591DE51F30}"/>
              </a:ext>
            </a:extLst>
          </p:cNvPr>
          <p:cNvSpPr/>
          <p:nvPr/>
        </p:nvSpPr>
        <p:spPr>
          <a:xfrm>
            <a:off x="5195048" y="1137629"/>
            <a:ext cx="5822576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Description w/location</a:t>
            </a:r>
          </a:p>
        </p:txBody>
      </p:sp>
    </p:spTree>
    <p:extLst>
      <p:ext uri="{BB962C8B-B14F-4D97-AF65-F5344CB8AC3E}">
        <p14:creationId xmlns:p14="http://schemas.microsoft.com/office/powerpoint/2010/main" val="338539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A4B0-EB8B-5C5F-D2A1-1DA4D3D5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DC9788-DFEF-B4F0-5908-53AE5BF611C0}"/>
              </a:ext>
            </a:extLst>
          </p:cNvPr>
          <p:cNvSpPr/>
          <p:nvPr/>
        </p:nvSpPr>
        <p:spPr>
          <a:xfrm>
            <a:off x="2895600" y="876766"/>
            <a:ext cx="8964705" cy="461234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8934B-5720-1816-79D9-27E6B68010E5}"/>
              </a:ext>
            </a:extLst>
          </p:cNvPr>
          <p:cNvSpPr/>
          <p:nvPr/>
        </p:nvSpPr>
        <p:spPr>
          <a:xfrm>
            <a:off x="8713694" y="19703"/>
            <a:ext cx="3424518" cy="643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User profile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2F63C-6C76-9F3D-2F68-E95ADBAA7AE2}"/>
              </a:ext>
            </a:extLst>
          </p:cNvPr>
          <p:cNvSpPr/>
          <p:nvPr/>
        </p:nvSpPr>
        <p:spPr>
          <a:xfrm>
            <a:off x="98612" y="1059608"/>
            <a:ext cx="2595283" cy="4429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Hot Deals</a:t>
            </a:r>
            <a:br>
              <a:rPr lang="en-SG" dirty="0"/>
            </a:br>
            <a:r>
              <a:rPr lang="en-SG" dirty="0"/>
              <a:t>Kid Prop</a:t>
            </a:r>
            <a:br>
              <a:rPr lang="en-SG" dirty="0"/>
            </a:br>
            <a:r>
              <a:rPr lang="en-SG" dirty="0"/>
              <a:t>Rice</a:t>
            </a:r>
            <a:br>
              <a:rPr lang="en-SG" dirty="0"/>
            </a:br>
            <a:r>
              <a:rPr lang="en-SG" dirty="0"/>
              <a:t>Dessert</a:t>
            </a:r>
            <a:br>
              <a:rPr lang="en-SG" dirty="0"/>
            </a:br>
            <a:r>
              <a:rPr lang="en-SG" dirty="0"/>
              <a:t>etc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5EFAF-19F4-4CF7-2500-8F03C1DFC619}"/>
              </a:ext>
            </a:extLst>
          </p:cNvPr>
          <p:cNvSpPr/>
          <p:nvPr/>
        </p:nvSpPr>
        <p:spPr>
          <a:xfrm rot="5400000">
            <a:off x="5517777" y="183776"/>
            <a:ext cx="1156447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DE2DC-A4D0-FD89-D32E-1C73896809D3}"/>
              </a:ext>
            </a:extLst>
          </p:cNvPr>
          <p:cNvSpPr/>
          <p:nvPr/>
        </p:nvSpPr>
        <p:spPr>
          <a:xfrm>
            <a:off x="17929" y="19703"/>
            <a:ext cx="2456330" cy="740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Logo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25263-BD4A-9FC4-8611-92052B60AC09}"/>
              </a:ext>
            </a:extLst>
          </p:cNvPr>
          <p:cNvSpPr/>
          <p:nvPr/>
        </p:nvSpPr>
        <p:spPr>
          <a:xfrm>
            <a:off x="2743200" y="107576"/>
            <a:ext cx="5459506" cy="343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 Place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494E15-AC60-8CF4-E6F0-109BDF020FA9}"/>
              </a:ext>
            </a:extLst>
          </p:cNvPr>
          <p:cNvSpPr/>
          <p:nvPr/>
        </p:nvSpPr>
        <p:spPr>
          <a:xfrm>
            <a:off x="3375212" y="1190532"/>
            <a:ext cx="2475381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CA51C9-C68D-F223-EEB6-1F5503C58CCC}"/>
              </a:ext>
            </a:extLst>
          </p:cNvPr>
          <p:cNvSpPr/>
          <p:nvPr/>
        </p:nvSpPr>
        <p:spPr>
          <a:xfrm>
            <a:off x="6341408" y="1190532"/>
            <a:ext cx="2355477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190A02-F7C9-E045-A22B-F52540437434}"/>
              </a:ext>
            </a:extLst>
          </p:cNvPr>
          <p:cNvSpPr/>
          <p:nvPr/>
        </p:nvSpPr>
        <p:spPr>
          <a:xfrm>
            <a:off x="9307605" y="1190532"/>
            <a:ext cx="2355477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98874-7B8B-BCC2-2F60-4D15DC67DE5D}"/>
              </a:ext>
            </a:extLst>
          </p:cNvPr>
          <p:cNvSpPr/>
          <p:nvPr/>
        </p:nvSpPr>
        <p:spPr>
          <a:xfrm>
            <a:off x="3375211" y="3429000"/>
            <a:ext cx="2475381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6C5EBA-745A-BFB7-B1F8-28E95437CD72}"/>
              </a:ext>
            </a:extLst>
          </p:cNvPr>
          <p:cNvSpPr/>
          <p:nvPr/>
        </p:nvSpPr>
        <p:spPr>
          <a:xfrm>
            <a:off x="6341408" y="3429000"/>
            <a:ext cx="2475381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03EBA5-8D7B-81C0-F6F6-63FC3B3B1CD2}"/>
              </a:ext>
            </a:extLst>
          </p:cNvPr>
          <p:cNvSpPr/>
          <p:nvPr/>
        </p:nvSpPr>
        <p:spPr>
          <a:xfrm>
            <a:off x="9296400" y="3429000"/>
            <a:ext cx="2475381" cy="174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Food</a:t>
            </a:r>
            <a:br>
              <a:rPr lang="en-SG" dirty="0"/>
            </a:br>
            <a:r>
              <a:rPr lang="en-SG" dirty="0"/>
              <a:t>View description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636DE-4C39-EBE2-E4B9-10684BEC5C89}"/>
              </a:ext>
            </a:extLst>
          </p:cNvPr>
          <p:cNvSpPr/>
          <p:nvPr/>
        </p:nvSpPr>
        <p:spPr>
          <a:xfrm>
            <a:off x="3375211" y="2943131"/>
            <a:ext cx="2475381" cy="295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Qty: 1        + / -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EE4E4B-CA0E-97A8-1653-D0E9B9E1F9CA}"/>
              </a:ext>
            </a:extLst>
          </p:cNvPr>
          <p:cNvSpPr/>
          <p:nvPr/>
        </p:nvSpPr>
        <p:spPr>
          <a:xfrm>
            <a:off x="6330203" y="2943131"/>
            <a:ext cx="2475381" cy="295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Qty: 1        + / -</a:t>
            </a:r>
          </a:p>
        </p:txBody>
      </p:sp>
    </p:spTree>
    <p:extLst>
      <p:ext uri="{BB962C8B-B14F-4D97-AF65-F5344CB8AC3E}">
        <p14:creationId xmlns:p14="http://schemas.microsoft.com/office/powerpoint/2010/main" val="591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69D0-94A1-10CF-8A21-A19F215B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B79FF55-F9C9-BF2D-F6C0-E3DB14DEA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82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0D4E-7D62-5AF8-90F0-15E9EE60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456D2DE-867B-2892-0A19-F7D6B2B19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599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EACA-B372-0553-DBF3-788DA6E7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6952E69-FC12-79A5-D37E-0694134E7A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922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D0CB-2150-230B-3EF5-39982679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B49384A-4347-D2F7-E182-B5767127C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773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139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CHEE YONG LEEMEN (MINDEF)</dc:creator>
  <cp:lastModifiedBy>CHAN CHEE YONG LEEMEN (MINDEF)</cp:lastModifiedBy>
  <cp:revision>4</cp:revision>
  <dcterms:created xsi:type="dcterms:W3CDTF">2026-06-17T03:40:24Z</dcterms:created>
  <dcterms:modified xsi:type="dcterms:W3CDTF">2026-06-17T09:19:03Z</dcterms:modified>
</cp:coreProperties>
</file>